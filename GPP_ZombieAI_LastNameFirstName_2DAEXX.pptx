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8B305-58D0-4BE6-A8D7-4A658A560D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7150"/>
            <a:ext cx="5187950" cy="3092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0F37B2-9B29-FBD4-E190-5B75EDF19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750" y="1822450"/>
            <a:ext cx="1860550" cy="40536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C97232-8D80-9DE5-ED1F-824FEB4B0F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201" y="2393950"/>
            <a:ext cx="4719294" cy="33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0" y="1736725"/>
            <a:ext cx="10515600" cy="4351338"/>
          </a:xfrm>
        </p:spPr>
        <p:txBody>
          <a:bodyPr/>
          <a:lstStyle/>
          <a:p>
            <a:r>
              <a:rPr lang="en-US" dirty="0"/>
              <a:t>Staying in buildings -&gt; Avoid being spotted</a:t>
            </a:r>
          </a:p>
          <a:p>
            <a:r>
              <a:rPr lang="en-US" dirty="0"/>
              <a:t>Avoid purge zones -&gt; Lets survivor remain hidden</a:t>
            </a:r>
          </a:p>
          <a:p>
            <a:r>
              <a:rPr lang="en-US" dirty="0"/>
              <a:t>If zombie is too close (runner) and has weapon -&gt; shoot</a:t>
            </a:r>
          </a:p>
          <a:p>
            <a:pPr lvl="1"/>
            <a:r>
              <a:rPr lang="en-US" dirty="0"/>
              <a:t>Else keep running away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5BCC8-76A4-0A7D-3601-B83A7F07B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550" y="3353594"/>
            <a:ext cx="5715000" cy="3219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Survivor remembers items seen in houses</a:t>
            </a:r>
          </a:p>
          <a:p>
            <a:r>
              <a:rPr lang="en-US" dirty="0"/>
              <a:t>Picks up weapon as first thing</a:t>
            </a:r>
          </a:p>
          <a:p>
            <a:r>
              <a:rPr lang="en-US" dirty="0"/>
              <a:t>Searches for food and </a:t>
            </a:r>
            <a:r>
              <a:rPr lang="en-US" dirty="0" err="1"/>
              <a:t>medkits</a:t>
            </a:r>
            <a:r>
              <a:rPr lang="en-US" dirty="0"/>
              <a:t>, doesn’t overstock</a:t>
            </a:r>
            <a:endParaRPr lang="en-BE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Blended Steering</a:t>
            </a:r>
          </a:p>
          <a:p>
            <a:pPr lvl="1"/>
            <a:r>
              <a:rPr lang="en-US" dirty="0"/>
              <a:t>Flee from zombies</a:t>
            </a:r>
          </a:p>
          <a:p>
            <a:pPr lvl="1"/>
            <a:r>
              <a:rPr lang="en-US" dirty="0"/>
              <a:t>Avoid purge zones</a:t>
            </a:r>
          </a:p>
          <a:p>
            <a:pPr lvl="1"/>
            <a:r>
              <a:rPr lang="en-US" dirty="0"/>
              <a:t>Find houses</a:t>
            </a:r>
            <a:endParaRPr lang="en-BE" dirty="0"/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Survivor stores houses in memory</a:t>
            </a:r>
          </a:p>
          <a:p>
            <a:r>
              <a:rPr lang="en-US" dirty="0"/>
              <a:t>Visits houses periodically</a:t>
            </a:r>
          </a:p>
          <a:p>
            <a:r>
              <a:rPr lang="en-US" dirty="0"/>
              <a:t>Attempts to remain hidden</a:t>
            </a:r>
          </a:p>
          <a:p>
            <a:pPr marL="0" indent="0">
              <a:buNone/>
            </a:pP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5402D1-4BC5-71B1-48D8-1919B280D4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4" y="3155950"/>
            <a:ext cx="581596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90</Words>
  <Application>Microsoft Office PowerPoint</Application>
  <PresentationFormat>Widescreen</PresentationFormat>
  <Paragraphs>20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Franek Rakowiecki</cp:lastModifiedBy>
  <cp:revision>4</cp:revision>
  <dcterms:created xsi:type="dcterms:W3CDTF">2021-12-17T12:45:32Z</dcterms:created>
  <dcterms:modified xsi:type="dcterms:W3CDTF">2026-06-07T12:17:45Z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